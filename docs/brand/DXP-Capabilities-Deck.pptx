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0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embeddedFontLst>
    <p:embeddedFont>
      <p:font typeface="Playfair Display"/>
      <p:regular r:id="rId21"/>
      <p:bold r:id="rId22"/>
      <p:italic r:id="rId23"/>
      <p:boldItalic r:id="rId2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font" Target="fonts/font1.fntdata"/><Relationship Id="rId22" Type="http://schemas.openxmlformats.org/officeDocument/2006/relationships/font" Target="fonts/font2.fntdata"/><Relationship Id="rId23" Type="http://schemas.openxmlformats.org/officeDocument/2006/relationships/font" Target="fonts/font3.fntdata"/><Relationship Id="rId2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alendar.app.google/FDtmuib3PanWJLCM8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calendar.app.google/FDtmuib3PanWJLCM8" TargetMode="External"/><Relationship Id="rId1" Type="http://schemas.openxmlformats.org/officeDocument/2006/relationships/image" Target="../media/image-14-1.png"/><Relationship Id="rId3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ecstatic-funny-cerf/mnt/outputs/dxp-deck/assets/bunny-teal-bright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321040" y="365760"/>
            <a:ext cx="4023360" cy="512159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DIGITAL EXPERIMENTS  ·  GAME UX STUDIO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87452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8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ship date isn't moving.</a:t>
            </a:r>
            <a:endParaRPr lang="en-US" sz="48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8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UX is the final boss.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FC6D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Senior game UX, embedded in your team in days — not months.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46177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Digital Experiments embeds senior designers inside game studios — the same team that shipped UX on Valorant, World of Warcraft, and Monopoly Go.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4008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better design, better games</a:t>
            </a:r>
            <a:endParaRPr lang="en-US" sz="1500" dirty="0"/>
          </a:p>
        </p:txBody>
      </p:sp>
      <p:pic>
        <p:nvPicPr>
          <p:cNvPr id="8" name="Image 1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0135" y="5715000"/>
            <a:ext cx="457200" cy="58199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997135" y="58064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THE PROBLEM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02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914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gap between your ship date and your UX bandwidth is real.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640080" y="22860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100" i="1" dirty="0">
                <a:solidFill>
                  <a:srgbClr val="FFCC0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players decide in the first five minutes. Your team is already at capacity.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40080" y="361188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Hiring a senior game UX designer takes three to six months — and one bad hire to regret. A freelancer gives you hands.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172200" y="2286000"/>
            <a:ext cx="0" cy="3108960"/>
          </a:xfrm>
          <a:prstGeom prst="line">
            <a:avLst/>
          </a:prstGeom>
          <a:noFill/>
          <a:ln w="12700">
            <a:solidFill>
              <a:srgbClr val="2F2F3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37960" y="2286000"/>
            <a:ext cx="4983480" cy="3108960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7960" y="2286000"/>
            <a:ext cx="73152" cy="3108960"/>
          </a:xfrm>
          <a:prstGeom prst="rect">
            <a:avLst/>
          </a:prstGeom>
          <a:solidFill>
            <a:srgbClr val="31AAB7"/>
          </a:solidFill>
          <a:ln/>
        </p:spPr>
      </p:sp>
      <p:sp>
        <p:nvSpPr>
          <p:cNvPr id="12" name="Text 9"/>
          <p:cNvSpPr/>
          <p:nvPr/>
        </p:nvSpPr>
        <p:spPr>
          <a:xfrm>
            <a:off x="6858000" y="2560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WHAT YOU ACTUALLY NEED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858000" y="2926080"/>
            <a:ext cx="4434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senior team that has shipped this exact kind of problem before — and can be inside your workflow before your next standup.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858000" y="457200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That is what Digital Experiments does.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WHO WE ARE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03 / 14</a:t>
            </a:r>
            <a:endParaRPr lang="en-US" sz="950" dirty="0"/>
          </a:p>
        </p:txBody>
      </p:sp>
      <p:pic>
        <p:nvPicPr>
          <p:cNvPr id="6" name="Image 1" descr="/sessions/ecstatic-funny-cerf/mnt/outputs/dxp-deck/img/iren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3200400" cy="369561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40080" y="4884332"/>
            <a:ext cx="3200400" cy="329184"/>
          </a:xfrm>
          <a:prstGeom prst="rect">
            <a:avLst/>
          </a:prstGeom>
          <a:solidFill>
            <a:srgbClr val="0D0D0E"/>
          </a:solidFill>
          <a:ln/>
        </p:spPr>
      </p:sp>
      <p:sp>
        <p:nvSpPr>
          <p:cNvPr id="8" name="Text 4"/>
          <p:cNvSpPr/>
          <p:nvPr/>
        </p:nvSpPr>
        <p:spPr>
          <a:xfrm>
            <a:off x="640080" y="48843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A2A2A8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IRENA PEREIRA — FOUNDER &amp; UX LEAD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640080" y="1188720"/>
            <a:ext cx="3200400" cy="4024796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160520" y="1143000"/>
            <a:ext cx="7360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Led by Irena Pereira. 25+ years.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 hand in dozens of shipped titles.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4160520" y="2240280"/>
            <a:ext cx="7360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game UX studio founded by Irena Pereira — a UX lead with 25+ years of shipped experience across mobile, PC/console, and live-service games.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160520" y="3063240"/>
            <a:ext cx="3566160" cy="658368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325112" y="31272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Valorant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325112" y="34015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UX contract engagement — director of a team of 5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7891272" y="3063240"/>
            <a:ext cx="3566160" cy="658368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055864" y="31272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World of Warcraft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8055864" y="34015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in-house at Blizzard Entertainment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160520" y="3886200"/>
            <a:ext cx="3566160" cy="658368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325112" y="39502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Monopoly Go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4325112" y="42245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in-house at Scopely — GTM, art overhaul, UA loop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7891272" y="3886200"/>
            <a:ext cx="3566160" cy="658368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055864" y="39502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Blankos Block Party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8055864" y="42245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Mythical Games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4160520" y="4709160"/>
            <a:ext cx="3566160" cy="658368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325112" y="477316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Game of Thrones: Conquest</a:t>
            </a:r>
            <a:endParaRPr lang="en-US" sz="1400" dirty="0"/>
          </a:p>
        </p:txBody>
      </p:sp>
      <p:sp>
        <p:nvSpPr>
          <p:cNvPr id="26" name="Text 22"/>
          <p:cNvSpPr/>
          <p:nvPr/>
        </p:nvSpPr>
        <p:spPr>
          <a:xfrm>
            <a:off x="4325112" y="50474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game UX / UI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7891272" y="4709160"/>
            <a:ext cx="3566160" cy="658368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055864" y="477316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Chief Puzzle Officer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8055864" y="50474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battle-screen clarity</a:t>
            </a:r>
            <a:endParaRPr lang="en-US" sz="950" dirty="0"/>
          </a:p>
        </p:txBody>
      </p:sp>
      <p:sp>
        <p:nvSpPr>
          <p:cNvPr id="30" name="Text 26"/>
          <p:cNvSpPr/>
          <p:nvPr/>
        </p:nvSpPr>
        <p:spPr>
          <a:xfrm>
            <a:off x="4160520" y="5806440"/>
            <a:ext cx="7360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Games are the only thing we do — the ones you grew up on, and the ones you're grinding right now.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HOW WE WORK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04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9144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In your team within 24 hours.</a:t>
            </a:r>
            <a:endParaRPr lang="en-US" sz="2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In your Figma files within the week.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640080" y="2148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We embed directly inside your studio — attending standups, working in your tools, delivering production-ready Figma files on your sprint cadence. No vendor onboarding tax. No handoff lag.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960120" y="3520440"/>
            <a:ext cx="7680960" cy="0"/>
          </a:xfrm>
          <a:prstGeom prst="line">
            <a:avLst/>
          </a:prstGeom>
          <a:noFill/>
          <a:ln w="19050">
            <a:solidFill>
              <a:srgbClr val="2F2F33"/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640080" y="3200400"/>
            <a:ext cx="640080" cy="640080"/>
          </a:xfrm>
          <a:prstGeom prst="ellipse">
            <a:avLst/>
          </a:prstGeom>
          <a:solidFill>
            <a:srgbClr val="155A62"/>
          </a:solidFill>
          <a:ln w="19050">
            <a:solidFill>
              <a:srgbClr val="31AAB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3200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C0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463040" y="32186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DAY 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463040" y="349300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Embedded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0080" y="406908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 your team and tools — standups, channels, sprint board.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480560" y="3200400"/>
            <a:ext cx="640080" cy="640080"/>
          </a:xfrm>
          <a:prstGeom prst="ellipse">
            <a:avLst/>
          </a:prstGeom>
          <a:solidFill>
            <a:srgbClr val="155A62"/>
          </a:solidFill>
          <a:ln w="19050">
            <a:solidFill>
              <a:srgbClr val="31AAB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80560" y="3200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C0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5303520" y="32186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WEEK 1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303520" y="349300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Shipping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4480560" y="406908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Production-ready Figma files delivered on your cadence.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321040" y="3200400"/>
            <a:ext cx="640080" cy="640080"/>
          </a:xfrm>
          <a:prstGeom prst="ellipse">
            <a:avLst/>
          </a:prstGeom>
          <a:solidFill>
            <a:srgbClr val="155A62"/>
          </a:solidFill>
          <a:ln w="19050">
            <a:solidFill>
              <a:srgbClr val="31AAB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321040" y="3200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C0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9144000" y="32186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WEEK 2+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144000" y="349300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Compounding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8321040" y="406908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Embedded alongside your team, or scoped project-based — your call.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Tools  </a:t>
            </a:r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Figma · your PM stack · your communication channels         </a:t>
            </a:r>
            <a:pPr indent="0" marL="0">
              <a:buNone/>
            </a:pPr>
            <a:r>
              <a:rPr lang="en-US" sz="1000" spc="1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Working model  </a:t>
            </a:r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embedded or project-based — your call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SERVICES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05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Four ways to engage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640080" y="14813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C6D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Execution, strategy, audits, or team capability — the same senior people either way.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057400"/>
            <a:ext cx="5303520" cy="1783080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0080" y="2057400"/>
            <a:ext cx="73152" cy="1783080"/>
          </a:xfrm>
          <a:prstGeom prst="rect">
            <a:avLst/>
          </a:prstGeom>
          <a:solidFill>
            <a:srgbClr val="31AAB7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22585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Embedded UX &amp; UI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14400" y="27157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20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Your senior hands this sprint. UI design, UX flows, Figma handoff, player-facing interfaces — done while your permanent team keeps shipping.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2057400"/>
            <a:ext cx="5303520" cy="1783080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2057400"/>
            <a:ext cx="73152" cy="1783080"/>
          </a:xfrm>
          <a:prstGeom prst="rect">
            <a:avLst/>
          </a:prstGeom>
          <a:solidFill>
            <a:srgbClr val="31AAB7"/>
          </a:solidFill>
          <a:ln/>
        </p:spPr>
      </p:sp>
      <p:sp>
        <p:nvSpPr>
          <p:cNvPr id="14" name="Text 11"/>
          <p:cNvSpPr/>
          <p:nvPr/>
        </p:nvSpPr>
        <p:spPr>
          <a:xfrm>
            <a:off x="6492240" y="22585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UX Strategy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92240" y="27157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20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Clarity before execution: product vision, research, design-system architecture, or a plan for your next title.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4096512"/>
            <a:ext cx="5303520" cy="1783080"/>
          </a:xfrm>
          <a:prstGeom prst="rect">
            <a:avLst/>
          </a:prstGeom>
          <a:solidFill>
            <a:srgbClr val="1E1E21"/>
          </a:solidFill>
          <a:ln w="19050">
            <a:solidFill>
              <a:srgbClr val="FCC762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0080" y="4096512"/>
            <a:ext cx="73152" cy="1783080"/>
          </a:xfrm>
          <a:prstGeom prst="rect">
            <a:avLst/>
          </a:prstGeom>
          <a:solidFill>
            <a:srgbClr val="FCC762"/>
          </a:solidFill>
          <a:ln/>
        </p:spPr>
      </p:sp>
      <p:sp>
        <p:nvSpPr>
          <p:cNvPr id="18" name="Text 15"/>
          <p:cNvSpPr/>
          <p:nvPr/>
        </p:nvSpPr>
        <p:spPr>
          <a:xfrm>
            <a:off x="914400" y="42976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UI/UX Audits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914400" y="475488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20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senior teardown of your existing game or build — onboarding, moment-to-moment play, readability, accessibility — with prioritized recommendations.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914400" y="555040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FCC762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 GOOD PLACE TO START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217920" y="4096512"/>
            <a:ext cx="5303520" cy="1783080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217920" y="4096512"/>
            <a:ext cx="73152" cy="1783080"/>
          </a:xfrm>
          <a:prstGeom prst="rect">
            <a:avLst/>
          </a:prstGeom>
          <a:solidFill>
            <a:srgbClr val="31AAB7"/>
          </a:solidFill>
          <a:ln/>
        </p:spPr>
      </p:sp>
      <p:sp>
        <p:nvSpPr>
          <p:cNvPr id="23" name="Text 20"/>
          <p:cNvSpPr/>
          <p:nvPr/>
        </p:nvSpPr>
        <p:spPr>
          <a:xfrm>
            <a:off x="6492240" y="42976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Team Workshops &amp; Training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92240" y="475488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20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We level up the team you already have. UX process, player-centered design, research methods — taught by people who have shipped the work.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Need hands this sprint or a UX strategy for your next title? Same team, same week.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ecstatic-funny-cerf/mnt/outputs/dxp-deck/assets/bunny-teal-bright.png">    </p:cNvPr>
          <p:cNvPicPr>
            <a:picLocks noChangeAspect="1"/>
          </p:cNvPicPr>
          <p:nvPr/>
        </p:nvPicPr>
        <p:blipFill>
          <a:blip r:embed="rId1">
            <a:alphaModFix amt="14000"/>
          </a:blip>
          <a:stretch>
            <a:fillRect/>
          </a:stretch>
        </p:blipFill>
        <p:spPr>
          <a:xfrm>
            <a:off x="4937760" y="640080"/>
            <a:ext cx="2286000" cy="29099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LET'S TALK</a:t>
            </a:r>
            <a:endParaRPr lang="en-US" sz="1100" dirty="0"/>
          </a:p>
        </p:txBody>
      </p:sp>
      <p:pic>
        <p:nvPicPr>
          <p:cNvPr id="4" name="Image 1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06 / 14</a:t>
            </a:r>
            <a:endParaRPr lang="en-US" sz="950" dirty="0"/>
          </a:p>
        </p:txBody>
      </p:sp>
      <p:sp>
        <p:nvSpPr>
          <p:cNvPr id="7" name="Text 3"/>
          <p:cNvSpPr/>
          <p:nvPr/>
        </p:nvSpPr>
        <p:spPr>
          <a:xfrm>
            <a:off x="1371600" y="1920240"/>
            <a:ext cx="9418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Let's talk about your ship date.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1371600" y="278892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FFCC0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30 minutes. No deck on our end — just your situation.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2286000" y="342900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If anything in the first five slides sounds like your current quarter, book time directly on Irena's calendar.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014216" y="4251960"/>
            <a:ext cx="4160520" cy="640080"/>
          </a:xfrm>
          <a:prstGeom prst="rect">
            <a:avLst/>
          </a:prstGeom>
          <a:solidFill>
            <a:srgbClr val="155A62"/>
          </a:solidFill>
          <a:ln w="12700">
            <a:solidFill>
              <a:srgbClr val="31AAB7"/>
            </a:solidFill>
            <a:prstDash val="solid"/>
          </a:ln>
        </p:spPr>
      </p:sp>
      <p:sp>
        <p:nvSpPr>
          <p:cNvPr id="11" name="Text 7">
            <a:hlinkClick r:id="rId3" tooltip=""/>
          </p:cNvPr>
          <p:cNvSpPr/>
          <p:nvPr/>
        </p:nvSpPr>
        <p:spPr>
          <a:xfrm>
            <a:off x="4014216" y="4251960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spc="200" kern="0" dirty="0">
                <a:solidFill>
                  <a:srgbClr val="FFCC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A CALL  →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2286000" y="512064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74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More case studies and capabilities follow — but this is a good moment to reach out.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CASE STUDY · MYTHICAL GAMES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07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Embedded execution under crunch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In their team within 24 hours of first contact.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640080" y="233172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2A2A8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SITUATION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194560" y="23317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Mythical Games had features due on Blankos Block Party — and no UX bandwidth to execute them at the quality the game demanded.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40080" y="333756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WHAT WE DID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194560" y="333756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Embedded within 24 hours of first contact, delivered working Figma files within days, and redesigned the skills system — full UX and UI — inside their existing sprint structure without disrupting the team's cadence.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40080" y="45720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CC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RESULT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194560" y="45720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Skills feature redesigned end-to-end and delivered into their live sprint workflow.</a:t>
            </a:r>
            <a:endParaRPr lang="en-US" sz="1250" dirty="0"/>
          </a:p>
        </p:txBody>
      </p:sp>
      <p:pic>
        <p:nvPicPr>
          <p:cNvPr id="14" name="Image 1" descr="/sessions/ecstatic-funny-cerf/mnt/outputs/dxp-deck/img/blanko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820" y="1234440"/>
            <a:ext cx="3495040" cy="196596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830820" y="3200400"/>
            <a:ext cx="3495040" cy="365760"/>
          </a:xfrm>
          <a:prstGeom prst="rect">
            <a:avLst/>
          </a:prstGeom>
          <a:solidFill>
            <a:srgbClr val="0D0D0E"/>
          </a:solidFill>
          <a:ln/>
        </p:spPr>
      </p:sp>
      <p:sp>
        <p:nvSpPr>
          <p:cNvPr id="16" name="Text 12"/>
          <p:cNvSpPr/>
          <p:nvPr/>
        </p:nvSpPr>
        <p:spPr>
          <a:xfrm>
            <a:off x="7958836" y="3200400"/>
            <a:ext cx="3257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4F4F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BLANKOS BLOCK PARTY — SKILLS SYSTEM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7830820" y="1234440"/>
            <a:ext cx="3495040" cy="23317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474749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635240" y="3749040"/>
            <a:ext cx="3886200" cy="1783080"/>
          </a:xfrm>
          <a:prstGeom prst="rect">
            <a:avLst/>
          </a:prstGeom>
          <a:solidFill>
            <a:srgbClr val="1E1E21"/>
          </a:solidFill>
          <a:ln w="12700">
            <a:solidFill>
              <a:srgbClr val="31AAB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7863840" y="3886200"/>
            <a:ext cx="3429000" cy="1508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i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“From start to finish, the Digital Experiments team was impeccable.”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— Andrew Petrie, Mythical Games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CASE STUDY · EPIC SPELL WARS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08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Combat prototype, lean budget, short timeline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Constraints didn't change what players needed to understand.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246888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2A2A8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SITUATION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194560" y="24688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team came in with a short timeline, a lean budget, and art that deserved better UX than the time would normally allow.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40080" y="3474720"/>
            <a:ext cx="1417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WHAT WE DID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194560" y="34747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Concepted the combat prototype and shipped the deck-builder UI — UX and UI execution together, scoped to what the timeline and budget could bear without cutting what players actually needed to play.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40080" y="484632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CC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RESULT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194560" y="48463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game never made it to market — but the prototype proved the gameplay, which is exactly what a prototype is for.</a:t>
            </a:r>
            <a:endParaRPr lang="en-US" sz="1250" dirty="0"/>
          </a:p>
        </p:txBody>
      </p:sp>
      <p:pic>
        <p:nvPicPr>
          <p:cNvPr id="14" name="Image 1" descr="/sessions/ecstatic-funny-cerf/mnt/outputs/dxp-deck/img/es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1234440"/>
            <a:ext cx="3794760" cy="2134553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726680" y="3368993"/>
            <a:ext cx="3794760" cy="365760"/>
          </a:xfrm>
          <a:prstGeom prst="rect">
            <a:avLst/>
          </a:prstGeom>
          <a:solidFill>
            <a:srgbClr val="0D0D0E"/>
          </a:solidFill>
          <a:ln/>
        </p:spPr>
      </p:sp>
      <p:sp>
        <p:nvSpPr>
          <p:cNvPr id="16" name="Text 12"/>
          <p:cNvSpPr/>
          <p:nvPr/>
        </p:nvSpPr>
        <p:spPr>
          <a:xfrm>
            <a:off x="7854696" y="3368993"/>
            <a:ext cx="3557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4F4F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EPIC SPELL WARS — COMBAT / DECK-BUILDER UI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7726680" y="1234440"/>
            <a:ext cx="3794760" cy="2500313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47474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726680" y="41148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Constraints respected. No apology language.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FOUNDER CREDIT · MONOPOLY GO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09 / 14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640080" y="841248"/>
            <a:ext cx="5212080" cy="384048"/>
          </a:xfrm>
          <a:prstGeom prst="rect">
            <a:avLst/>
          </a:prstGeom>
          <a:solidFill>
            <a:srgbClr val="16242A"/>
          </a:solidFill>
          <a:ln w="12700">
            <a:solidFill>
              <a:srgbClr val="31AAB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84124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FC6D1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FOUNDER CREDIT — IRENA, IN-HOUSE AT SCOPELY (PRE-DXP)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0080" y="14173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From a misaligned team to an organic growth loop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40080" y="246888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2A2A8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SITUATION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194560" y="246888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Monopoly Go carried a brand players recognized, but the team behind it was struggling to align and communicate — and the product showed it.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0080" y="338328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WHAT IRENA DID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194560" y="3383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Led a GTM clarification built on an aligned player-persona strategy, then a full art overhaul — coordinated moment-to-moment with music, audio, animation, and VFX — so every beat of play landed as one experience.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40080" y="4572000"/>
            <a:ext cx="1417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CC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RESULT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194560" y="4572000"/>
            <a:ext cx="6035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Gameplay changes that prioritized an organic UA loop through social design — the game grows because players bring their friends, not the UA budget. Validated week over week with playtests and post-play surveys.</a:t>
            </a:r>
            <a:endParaRPr lang="en-US" sz="1250" dirty="0"/>
          </a:p>
        </p:txBody>
      </p:sp>
      <p:pic>
        <p:nvPicPr>
          <p:cNvPr id="15" name="Image 1" descr="/sessions/ecstatic-funny-cerf/mnt/outputs/dxp-deck/img/monopol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2788920"/>
            <a:ext cx="3154680" cy="116197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366760" y="3950894"/>
            <a:ext cx="3154680" cy="365760"/>
          </a:xfrm>
          <a:prstGeom prst="rect">
            <a:avLst/>
          </a:prstGeom>
          <a:solidFill>
            <a:srgbClr val="0D0D0E"/>
          </a:solidFill>
          <a:ln/>
        </p:spPr>
      </p:sp>
      <p:sp>
        <p:nvSpPr>
          <p:cNvPr id="17" name="Text 13"/>
          <p:cNvSpPr/>
          <p:nvPr/>
        </p:nvSpPr>
        <p:spPr>
          <a:xfrm>
            <a:off x="8494776" y="3950894"/>
            <a:ext cx="2916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4F4F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MONOPOLY GO — BOARD / TURN MAP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8366760" y="2788920"/>
            <a:ext cx="3154680" cy="1527734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474749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366760" y="47091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Aligned player-persona strategy, end to end.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640080" y="5897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Before/after art-overhaul samples available in a live meeting.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CASE STUDY · WORLD OF WARCRAFT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10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Blizzard-scale UI complexity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3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 new crafting interface for millions — without adding cognitive load to an already deep game.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640080" y="265176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2A2A8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SITUATION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194560" y="26517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WoW's inscription system needed a new interface that matched the game's visual language — a crafting loop players would use repeatedly — without adding confusion to a game that already asks a great deal.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40080" y="384048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WHAT WE DID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194560" y="384048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From a rudimentary design document to a fully functional inscription interface. We began with a summoning-circle motif and expanded it with glyphs, slots, and glowing geometry — new customization without breaking familiarity.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40080" y="50749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CC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RESULT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194560" y="50749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Shipped to the live game.</a:t>
            </a:r>
            <a:endParaRPr lang="en-US" sz="1250" dirty="0"/>
          </a:p>
        </p:txBody>
      </p:sp>
      <p:pic>
        <p:nvPicPr>
          <p:cNvPr id="14" name="Image 1" descr="/sessions/ecstatic-funny-cerf/mnt/outputs/dxp-deck/img/wo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234440"/>
            <a:ext cx="3886200" cy="291465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635240" y="4149090"/>
            <a:ext cx="3886200" cy="365760"/>
          </a:xfrm>
          <a:prstGeom prst="rect">
            <a:avLst/>
          </a:prstGeom>
          <a:solidFill>
            <a:srgbClr val="0D0D0E"/>
          </a:solidFill>
          <a:ln/>
        </p:spPr>
      </p:sp>
      <p:sp>
        <p:nvSpPr>
          <p:cNvPr id="16" name="Text 12"/>
          <p:cNvSpPr/>
          <p:nvPr/>
        </p:nvSpPr>
        <p:spPr>
          <a:xfrm>
            <a:off x="7763256" y="4149090"/>
            <a:ext cx="3648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4F4F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INSCRIPTION INTERFACE — WORLD OF WARCRAFT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7635240" y="1234440"/>
            <a:ext cx="3886200" cy="328041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474749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CASE STUDY · CHIEF PUZZLE OFFICER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11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Battle screen clarity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 dense real-time battle screen, made legible without losing the fun.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256032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2A2A8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SITUATION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194560" y="25603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Chief Puzzle Officer — corporate espionage with anime wackiness, a real-time card-builder with multiplayer — needed a battle screen that communicated state without interrupting play.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40080" y="374904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WHAT WE DID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194560" y="374904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Brought AAA know-how to an indie mobile title: information hierarchy, state communication, and visual clarity within the game's art direction.</a:t>
            </a:r>
            <a:endParaRPr lang="en-US" sz="1250" dirty="0"/>
          </a:p>
        </p:txBody>
      </p:sp>
      <p:pic>
        <p:nvPicPr>
          <p:cNvPr id="12" name="Image 1" descr="/sessions/ecstatic-funny-cerf/mnt/outputs/dxp-deck/img/cp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3385" y="1234440"/>
            <a:ext cx="2389909" cy="31546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383385" y="4389120"/>
            <a:ext cx="2389909" cy="365760"/>
          </a:xfrm>
          <a:prstGeom prst="rect">
            <a:avLst/>
          </a:prstGeom>
          <a:solidFill>
            <a:srgbClr val="0D0D0E"/>
          </a:solidFill>
          <a:ln/>
        </p:spPr>
      </p:sp>
      <p:sp>
        <p:nvSpPr>
          <p:cNvPr id="14" name="Text 10"/>
          <p:cNvSpPr/>
          <p:nvPr/>
        </p:nvSpPr>
        <p:spPr>
          <a:xfrm>
            <a:off x="8511401" y="4389120"/>
            <a:ext cx="21521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4F4F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CHIEF PUZZLE OFFICER — BATTLE SCREEN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8383385" y="1234440"/>
            <a:ext cx="2389909" cy="35204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474749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635240" y="489204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AAA clarity, indie budget.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TEAM PEDIGREE · PROJECT COPERNICUS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12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1005840"/>
            <a:ext cx="6675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Some of the best UX work ships on games the public never played.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640080" y="26060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LARGE-SCALE WORLD-NAVIGATION UX, FROM A CANCELLED MMO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3017520"/>
            <a:ext cx="6675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DXP team designed the fast-travel map system for Project Copernicus, the 38 Studios MMO that never shipped. Every open-world MMO needs fast travel; ours made the time investment legible and gave players logical breaks.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434340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i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We include it because the quality of the work doesn't depend on whether the game shipped. It reflects the caliber of problems this team has solved.</a:t>
            </a:r>
            <a:endParaRPr lang="en-US" sz="1450" dirty="0"/>
          </a:p>
        </p:txBody>
      </p:sp>
      <p:pic>
        <p:nvPicPr>
          <p:cNvPr id="10" name="Image 1" descr="/sessions/ecstatic-funny-cerf/mnt/outputs/dxp-deck/img/copernicu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3820" y="1005840"/>
            <a:ext cx="3794760" cy="37947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03820" y="4800600"/>
            <a:ext cx="3794760" cy="365760"/>
          </a:xfrm>
          <a:prstGeom prst="rect">
            <a:avLst/>
          </a:prstGeom>
          <a:solidFill>
            <a:srgbClr val="0D0D0E"/>
          </a:solidFill>
          <a:ln/>
        </p:spPr>
      </p:sp>
      <p:sp>
        <p:nvSpPr>
          <p:cNvPr id="12" name="Text 8"/>
          <p:cNvSpPr/>
          <p:nvPr/>
        </p:nvSpPr>
        <p:spPr>
          <a:xfrm>
            <a:off x="7831836" y="4800600"/>
            <a:ext cx="3557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4F4F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PROJECT COPERNICUS — FAST-TRAVEL MAP (38 STUDIOS)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7703820" y="1005840"/>
            <a:ext cx="3794760" cy="4160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474749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STRATEGIC CAPABILITIES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13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When you need more than hands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C6D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UX strategy and team training — from the same people who execute.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148840"/>
            <a:ext cx="5303520" cy="3108960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0080" y="2148840"/>
            <a:ext cx="73152" cy="3108960"/>
          </a:xfrm>
          <a:prstGeom prst="rect">
            <a:avLst/>
          </a:prstGeom>
          <a:solidFill>
            <a:srgbClr val="31AAB7"/>
          </a:solidFill>
          <a:ln/>
        </p:spPr>
      </p:sp>
      <p:sp>
        <p:nvSpPr>
          <p:cNvPr id="10" name="Text 7"/>
          <p:cNvSpPr/>
          <p:nvPr/>
        </p:nvSpPr>
        <p:spPr>
          <a:xfrm>
            <a:off x="960120" y="24231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UX Strategy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960120" y="3017520"/>
            <a:ext cx="4709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Product-vision alignment, UX research, design-system planning, UX audits. The output is not a framework — it is a decision your team can act on by next sprint. Clear system architecture is what makes a 24-hour embed possible.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17920" y="2148840"/>
            <a:ext cx="5303520" cy="3108960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2148840"/>
            <a:ext cx="73152" cy="3108960"/>
          </a:xfrm>
          <a:prstGeom prst="rect">
            <a:avLst/>
          </a:prstGeom>
          <a:solidFill>
            <a:srgbClr val="FCC762"/>
          </a:solidFill>
          <a:ln/>
        </p:spPr>
      </p:sp>
      <p:sp>
        <p:nvSpPr>
          <p:cNvPr id="14" name="Text 11"/>
          <p:cNvSpPr/>
          <p:nvPr/>
        </p:nvSpPr>
        <p:spPr>
          <a:xfrm>
            <a:off x="6537960" y="24231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Team Workshops &amp; Training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3017520"/>
            <a:ext cx="4709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Working sessions that change how your team designs — hands-on process work tied to a real problem on your current project, not lecture-style training. Player-centered research, design-critique structure, and UX process for studios without a dedicated UX team.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ecstatic-funny-cerf/mnt/outputs/dxp-deck/assets/bunny-teal-bright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8503920" y="548640"/>
            <a:ext cx="3657600" cy="465599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DIGITAL EXPERIMENTS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5544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Let's talk about your next title —</a:t>
            </a:r>
            <a:endParaRPr lang="en-US" sz="38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or your current crunch.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640080" y="3017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FFCC0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ship date is not moving. Let's make sure your UX is ready for it.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36576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We embed senior game UX designers in your team within days. We've shipped UX on Valorant, World of Warcraft, and Monopoly Go — and we know what crunch looks like from the inside.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40080" y="4663440"/>
            <a:ext cx="4937760" cy="566928"/>
          </a:xfrm>
          <a:prstGeom prst="rect">
            <a:avLst/>
          </a:prstGeom>
          <a:solidFill>
            <a:srgbClr val="155A62"/>
          </a:solidFill>
          <a:ln w="12700">
            <a:solidFill>
              <a:srgbClr val="31AAB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46634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CC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BOOK 30 MIN   </a:t>
            </a:r>
            <a:pPr indent="0" marL="0">
              <a:buNone/>
            </a:pPr>
            <a:r>
              <a:rPr lang="en-US" sz="1200" u="sng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calendar.app.google/FDtmuib3PanWJLCM8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5440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EMAIL   </a:t>
            </a:r>
            <a:pPr indent="0" marL="0">
              <a:buNone/>
            </a:pPr>
            <a:r>
              <a:rPr lang="en-US" sz="130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sayhi@digitalexperiments.com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better design, better games</a:t>
            </a:r>
            <a:endParaRPr lang="en-US" sz="1600" dirty="0"/>
          </a:p>
        </p:txBody>
      </p:sp>
      <p:pic>
        <p:nvPicPr>
          <p:cNvPr id="11" name="Image 1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0135" y="5715000"/>
            <a:ext cx="457200" cy="58199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997135" y="58064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Digital Experiments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DXP — Send-Away Capabilities Deck</dc:title>
  <dc:subject>PptxGenJS Presentation</dc:subject>
  <dc:creator>Digital Experiments</dc:creator>
  <cp:lastModifiedBy>Digital Experiments</cp:lastModifiedBy>
  <cp:revision>1</cp:revision>
  <dcterms:created xsi:type="dcterms:W3CDTF">2026-06-15T21:49:35Z</dcterms:created>
  <dcterms:modified xsi:type="dcterms:W3CDTF">2026-06-15T21:49:35Z</dcterms:modified>
</cp:coreProperties>
</file>