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embeddedFontLst>
    <p:embeddedFont>
      <p:font typeface="Playfair Display"/>
      <p:regular r:id="rId21"/>
      <p:bold r:id="rId22"/>
      <p:italic r:id="rId23"/>
      <p:boldItalic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Slide-3-image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alendar.app.google/FDtmuib3PanWJLCM8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alendar.app.google/FDtmuib3PanWJLCM8" TargetMode="External"/><Relationship Id="rId1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 rot="21480000">
            <a:off x="8321040" y="365760"/>
            <a:ext cx="4023360" cy="51215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DIGITAL EXPERIMENTS  ·  GAME UX STUDIO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ship date isn't moving.</a:t>
            </a:r>
            <a:endParaRPr lang="en-US" sz="4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UX is the final boss.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Senior game UX, embedded in your team in days — not months.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617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Digital Experiments embeds senior designers inside game studios — the same team that shipped UX on Valorant, World of Warcraft, and Monopoly Go.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design, better games</a:t>
            </a:r>
            <a:endParaRPr lang="en-US" sz="1500" dirty="0"/>
          </a:p>
        </p:txBody>
      </p:sp>
      <p:pic>
        <p:nvPicPr>
          <p:cNvPr id="8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80000">
            <a:off x="11140135" y="5715000"/>
            <a:ext cx="457200" cy="58199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997135" y="58064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THE PROBLEM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02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gap between your ship date and your UX bandwidth is real.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players decide in the first five minutes. Your team is already at capacity.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Hiring a senior game UX designer takes three to six months — and one bad hire to regret. A freelancer gives you hands.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0" cy="3108960"/>
          </a:xfrm>
          <a:prstGeom prst="line">
            <a:avLst/>
          </a:prstGeom>
          <a:noFill/>
          <a:ln w="12700">
            <a:solidFill>
              <a:srgbClr val="2F2F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2286000"/>
            <a:ext cx="498348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286000"/>
            <a:ext cx="73152" cy="310896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YOU ACTUALLY NEED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58000" y="292608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senior team that has shipped this exact kind of problem before — and can be inside your workflow before your next standup.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858000" y="45720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That is what Digital Experiments does.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WHO WE ARE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03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55046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Irena Pereira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58338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&amp; UX LEAD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60520" y="1143000"/>
            <a:ext cx="7360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Led by Irena Pereira. 25+ years.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hand in dozens of shipped titles.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60520" y="2240280"/>
            <a:ext cx="7360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game UX studio founded by Irena Pereira — a UX lead with 25+ years of shipped experience across mobile, PC/console, and live-service games.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60520" y="306324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25112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Valorant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325112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UX contract engagement — director of a team of 5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91272" y="306324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55864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World of Warcraft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55864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in-house at Blizzard Entertainment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60520" y="388620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25112" y="3950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Monopoly Go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325112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in-house at Scopely — GTM, art overhaul, UA loop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891272" y="388620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55864" y="3950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Blankos Block Party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055864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Mythical Games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160520" y="470916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25112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Game of Thrones: Conquest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325112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game UX / UI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891272" y="470916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055864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Chief Puzzle Officer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055864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battle-screen clarity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160520" y="58064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Games are the only thing we do — the ones you grew up on, and the ones you're grinding right now.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HOW WE WORK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04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your team within 24 hours.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your Figma files within the week.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embed directly inside your studio — attending standups, working in your tools, delivering production-ready Figma files on your sprint cadence. No vendor onboarding tax. No handoff lag.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60120" y="3520440"/>
            <a:ext cx="7680960" cy="0"/>
          </a:xfrm>
          <a:prstGeom prst="line">
            <a:avLst/>
          </a:prstGeom>
          <a:noFill/>
          <a:ln w="19050">
            <a:solidFill>
              <a:srgbClr val="2F2F33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4008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6304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DAY 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46304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Embedded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 your team and tools — standups, channels, sprint board.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48056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30352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WEEK 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30352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Shipping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448056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Production-ready Figma files delivered on your cadence.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2104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14400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WEEK 2+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14400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Compounding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32104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alongside your team, or scoped project-based — your call.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Tools  </a:t>
            </a:r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Figma · your PM stack · your communication channels         </a:t>
            </a:r>
            <a:pPr indent="0" marL="0">
              <a:buNone/>
            </a:pPr>
            <a:r>
              <a:rPr lang="en-US" sz="1000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Working model  </a:t>
            </a:r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or project-based — your call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SERVICES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05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Four ways to engage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Execution, strategy, audits, or team capability — the same senior people either way.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057400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258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Embedded UX &amp; UI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7157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Your senior hands this sprint. UI design, UX flows, Figma handoff, player-facing interfaces — done while your permanent team keeps shipping.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057400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4" name="Text 11"/>
          <p:cNvSpPr/>
          <p:nvPr/>
        </p:nvSpPr>
        <p:spPr>
          <a:xfrm>
            <a:off x="6492240" y="2258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UX Strategy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92240" y="27157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Clarity before execution: product vision, research, design-system architecture, or a plan for your next title.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096512"/>
            <a:ext cx="5303520" cy="1783080"/>
          </a:xfrm>
          <a:prstGeom prst="rect">
            <a:avLst/>
          </a:prstGeom>
          <a:solidFill>
            <a:srgbClr val="1E1E21"/>
          </a:solidFill>
          <a:ln w="19050">
            <a:solidFill>
              <a:srgbClr val="FCC76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4096512"/>
            <a:ext cx="73152" cy="1783080"/>
          </a:xfrm>
          <a:prstGeom prst="rect">
            <a:avLst/>
          </a:prstGeom>
          <a:solidFill>
            <a:srgbClr val="FCC762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4297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UI/UX Audits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14400" y="4754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senior teardown of your existing game or build — onboarding, moment-to-moment play, readability, accessibility — with prioritized recommendations.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5550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FCC762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 GOOD PLACE TO START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217920" y="4096512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17920" y="4096512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23" name="Text 20"/>
          <p:cNvSpPr/>
          <p:nvPr/>
        </p:nvSpPr>
        <p:spPr>
          <a:xfrm>
            <a:off x="6492240" y="4297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Team Workshops &amp; Training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92240" y="4754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level up the team you already have. UX process, player-centered design, research methods — taught by people who have shipped the work.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Need hands this sprint or a UX strategy for your next title? Same team, same week.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 rot="21480000">
            <a:off x="4937760" y="640080"/>
            <a:ext cx="2286000" cy="29099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LET'S TALK</a:t>
            </a:r>
            <a:endParaRPr lang="en-US" sz="1100" dirty="0"/>
          </a:p>
        </p:txBody>
      </p:sp>
      <p:pic>
        <p:nvPicPr>
          <p:cNvPr id="4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06 / 14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1371600" y="192024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Let's talk about your ship date.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1371600" y="27889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 minutes. No deck on our end — just your situation.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2286000" y="34290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anything in the first five slides sounds like your current quarter, book time directly on Irena's calendar.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014216" y="4251960"/>
            <a:ext cx="4160520" cy="640080"/>
          </a:xfrm>
          <a:prstGeom prst="rect">
            <a:avLst/>
          </a:prstGeom>
          <a:solidFill>
            <a:srgbClr val="155A62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11" name="Text 7">
            <a:hlinkClick r:id="rId3" tooltip=""/>
          </p:cNvPr>
          <p:cNvSpPr/>
          <p:nvPr/>
        </p:nvSpPr>
        <p:spPr>
          <a:xfrm>
            <a:off x="4014216" y="425196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A CALL  →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286000" y="5120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74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More case studies and capabilities follow — but this is a good moment to reach out.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MYTHICAL GAMES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07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Embedded execution under crunch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their team within 24 hours of first contact.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23317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3317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Mythical Games had features due on Blankos Block Party — and no UX bandwidth to execute them at the quality the game demanded.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33756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337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within 24 hours of first contact, delivered working Figma files within days, and redesigned the skills system — full UX and UI — inside their existing sprint structure without disrupting the team's cadence.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45720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4572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Skills feature redesigned end-to-end and delivered into their live sprint workflow.</a:t>
            </a:r>
            <a:endParaRPr lang="en-US" sz="1250" dirty="0"/>
          </a:p>
        </p:txBody>
      </p:sp>
      <p:pic>
        <p:nvPicPr>
          <p:cNvPr id="14" name="Image 1" descr="/sessions/ecstatic-funny-cerf/mnt/outputs/dxp-deck/img/blank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820" y="1234440"/>
            <a:ext cx="3495040" cy="19659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30820" y="3200400"/>
            <a:ext cx="349504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958836" y="3200400"/>
            <a:ext cx="3257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BLANKOS BLOCK PARTY — SKILLS SYSTEM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830820" y="1234440"/>
            <a:ext cx="3495040" cy="2331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35240" y="3749040"/>
            <a:ext cx="388620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31AAB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863840" y="3886200"/>
            <a:ext cx="3429000" cy="1508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i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“From start to finish, the Digital Experiments team was impeccable.”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— Andrew Petrie, Mythical Games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EPIC SPELL WARS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08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Combat prototype, lean budget, short timeline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Constraints didn't change what players needed to understand.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468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team came in with a short timeline, a lean budget, and art that deserved better UX than the time would normally allow.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474720"/>
            <a:ext cx="141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4747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Concepted the combat prototype and shipped the deck-builder UI — UX and UI execution together, scoped to what the timeline and budget could bear without cutting what players actually needed to play.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48463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48463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game never made it to market — but the prototype proved the gameplay, which is exactly what a prototype is for.</a:t>
            </a:r>
            <a:endParaRPr lang="en-US" sz="1250" dirty="0"/>
          </a:p>
        </p:txBody>
      </p:sp>
      <p:pic>
        <p:nvPicPr>
          <p:cNvPr id="14" name="Image 1" descr="/sessions/ecstatic-funny-cerf/mnt/outputs/dxp-deck/img/es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234440"/>
            <a:ext cx="3794760" cy="213455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726680" y="3368993"/>
            <a:ext cx="379476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854696" y="3368993"/>
            <a:ext cx="3557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EPIC SPELL WARS — COMBAT / DECK-BUILDER UI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726680" y="1234440"/>
            <a:ext cx="3794760" cy="2500313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2668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Constraints respected. No apology language.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CREDIT · MONOPOLY GO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09 / 14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40080" y="841248"/>
            <a:ext cx="5212080" cy="384048"/>
          </a:xfrm>
          <a:prstGeom prst="rect">
            <a:avLst/>
          </a:prstGeom>
          <a:solidFill>
            <a:srgbClr val="16242A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8412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C6D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CREDIT — IRENA, IN-HOUSE AT SCOPELY (PRE-DXP)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From a misaligned team to an organic growth loop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194560" y="24688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Monopoly Go carried a brand players recognized, but the team behind it was struggling to align and communicate — and the product showed it.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338328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IRENA DID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94560" y="3383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Led a GTM clarification built on an aligned player-persona strategy, then a full art overhaul — coordinated moment-to-moment with music, audio, animation, and VFX — so every beat of play landed as one experience.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1417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194560" y="457200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Gameplay changes that prioritized an organic UA loop through social design — the game grows because players bring their friends, not the UA budget. Validated week over week with playtests and post-play surveys.</a:t>
            </a:r>
            <a:endParaRPr lang="en-US" sz="1250" dirty="0"/>
          </a:p>
        </p:txBody>
      </p:sp>
      <p:pic>
        <p:nvPicPr>
          <p:cNvPr id="15" name="Image 1" descr="/sessions/ecstatic-funny-cerf/mnt/outputs/dxp-deck/img/monopo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788920"/>
            <a:ext cx="3154680" cy="116197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366760" y="3950894"/>
            <a:ext cx="315468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7" name="Text 13"/>
          <p:cNvSpPr/>
          <p:nvPr/>
        </p:nvSpPr>
        <p:spPr>
          <a:xfrm>
            <a:off x="8494776" y="3950894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MONOPOLY GO — BOARD / TURN MAP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366760" y="2788920"/>
            <a:ext cx="3154680" cy="152773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366760" y="4709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Aligned player-persona strategy, end to end.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64008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Before/after art-overhaul samples available in a live meeting.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WORLD OF WARCRAFT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10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Blizzard-scale UI complexity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new crafting interface for millions — without adding cognitive load to an already deep game.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651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WoW's inscription system needed a new interface that matched the game's visual language — a crafting loop players would use repeatedly — without adding confusion to a game that already asks a great deal.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8404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8404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From a rudimentary design document to a fully functional inscription interface. We began with a summoning-circle motif and expanded it with glyphs, slots, and glowing geometry — new customization without breaking familiarity.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50749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5074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Shipped to the live game.</a:t>
            </a:r>
            <a:endParaRPr lang="en-US" sz="1250" dirty="0"/>
          </a:p>
        </p:txBody>
      </p:sp>
      <p:pic>
        <p:nvPicPr>
          <p:cNvPr id="14" name="Image 1" descr="/sessions/ecstatic-funny-cerf/mnt/outputs/dxp-deck/img/wo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234440"/>
            <a:ext cx="3886200" cy="291465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35240" y="4149090"/>
            <a:ext cx="388620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763256" y="4149090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INSCRIPTION INTERFACE — WORLD OF WARCRAFT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635240" y="1234440"/>
            <a:ext cx="3886200" cy="328041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CHIEF PUZZLE OFFICER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11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Battle screen clarity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dense real-time battle screen, made legible without losing the fun.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256032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560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Chief Puzzle Officer — corporate espionage with anime wackiness, a real-time card-builder with multiplayer — needed a battle screen that communicated state without interrupting play.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74904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Brought AAA know-how to an indie mobile title: information hierarchy, state communication, and visual clarity within the game's art direction.</a:t>
            </a:r>
            <a:endParaRPr lang="en-US" sz="1250" dirty="0"/>
          </a:p>
        </p:txBody>
      </p:sp>
      <p:pic>
        <p:nvPicPr>
          <p:cNvPr id="12" name="Image 1" descr="/sessions/ecstatic-funny-cerf/mnt/outputs/dxp-deck/img/cp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385" y="1234440"/>
            <a:ext cx="2389909" cy="31546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383385" y="4389120"/>
            <a:ext cx="2389909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4" name="Text 10"/>
          <p:cNvSpPr/>
          <p:nvPr/>
        </p:nvSpPr>
        <p:spPr>
          <a:xfrm>
            <a:off x="8511401" y="4389120"/>
            <a:ext cx="21521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CHIEF PUZZLE OFFICER — BATTLE SCREEN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383385" y="1234440"/>
            <a:ext cx="2389909" cy="35204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635240" y="48920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AAA clarity, indie budget.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TEAM PEDIGREE · PROJECT COPERNICUS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12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Some of the best UX work ships on games the public never played.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" y="2606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LARGE-SCALE WORLD-NAVIGATION UX, FROM A CANCELLED MMO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30175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DXP team designed the fast-travel map system for Project Copernicus, the 38 Studios MMO that never shipped. Every open-world MMO needs fast travel; ours made the time investment legible and gave players logical breaks.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43434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include it because the quality of the work doesn't depend on whether the game shipped. It reflects the caliber of problems this team has solved.</a:t>
            </a:r>
            <a:endParaRPr lang="en-US" sz="1450" dirty="0"/>
          </a:p>
        </p:txBody>
      </p:sp>
      <p:pic>
        <p:nvPicPr>
          <p:cNvPr id="10" name="Image 1" descr="/sessions/ecstatic-funny-cerf/mnt/outputs/dxp-deck/img/copernic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1005840"/>
            <a:ext cx="3794760" cy="3794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03820" y="4800600"/>
            <a:ext cx="379476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2" name="Text 8"/>
          <p:cNvSpPr/>
          <p:nvPr/>
        </p:nvSpPr>
        <p:spPr>
          <a:xfrm>
            <a:off x="7831836" y="4800600"/>
            <a:ext cx="3557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PROJECT COPERNICUS — FAST-TRAVEL MAP (38 STUDIOS)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703820" y="1005840"/>
            <a:ext cx="3794760" cy="4160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STRATEGIC CAPABILITIES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 rot="21480000"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13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When you need more than hands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UX strategy and team training — from the same people who execute.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148840"/>
            <a:ext cx="530352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148840"/>
            <a:ext cx="73152" cy="310896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UX Strategy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30175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Product-vision alignment, UX research, design-system planning, UX audits. The output is not a framework — it is a decision your team can act on by next sprint. Clear system architecture is what makes a 24-hour embed possible.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48840"/>
            <a:ext cx="530352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148840"/>
            <a:ext cx="73152" cy="3108960"/>
          </a:xfrm>
          <a:prstGeom prst="rect">
            <a:avLst/>
          </a:prstGeom>
          <a:solidFill>
            <a:srgbClr val="FCC762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Team Workshops &amp; Training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30175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Working sessions that change how your team designs — hands-on process work tied to a real problem on your current project, not lecture-style training. Player-centered research, design-critique structure, and UX process for studios without a dedicated UX team.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 rot="21480000">
            <a:off x="8503920" y="548640"/>
            <a:ext cx="3657600" cy="46559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DIGITAL EXPERIMENTS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554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Let's talk about your next title —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or your current crunch.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3017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ship date is not moving. Let's make sure your UX is ready for it.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36576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embed senior game UX designers in your team within days. We've shipped UX on Valorant, World of Warcraft, and Monopoly Go — and we know what crunch looks like from the inside.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663440"/>
            <a:ext cx="3108960" cy="566928"/>
          </a:xfrm>
          <a:prstGeom prst="rect">
            <a:avLst/>
          </a:prstGeom>
          <a:solidFill>
            <a:srgbClr val="155A62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640080" y="46634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A CALL  →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5440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EMAIL   </a:t>
            </a:r>
            <a:pPr indent="0" marL="0"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sayhi@digitalexperiments.com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design, better games</a:t>
            </a:r>
            <a:endParaRPr lang="en-US" sz="1600" dirty="0"/>
          </a:p>
        </p:txBody>
      </p:sp>
      <p:pic>
        <p:nvPicPr>
          <p:cNvPr id="11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1140135" y="5715000"/>
            <a:ext cx="457200" cy="5819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97135" y="58064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Digital Experiments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DXP — Send-Away Capabilities Deck</dc:title>
  <dc:subject>PptxGenJS Presentation</dc:subject>
  <dc:creator>Digital Experiments</dc:creator>
  <cp:lastModifiedBy>Digital Experiments</cp:lastModifiedBy>
  <cp:revision>1</cp:revision>
  <dcterms:created xsi:type="dcterms:W3CDTF">2026-06-15T22:16:53Z</dcterms:created>
  <dcterms:modified xsi:type="dcterms:W3CDTF">2026-06-15T22:16:53Z</dcterms:modified>
</cp:coreProperties>
</file>