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Lato" panose="020F0502020204030203" pitchFamily="34" charset="77"/>
      <p:regular r:id="rId17"/>
      <p:bold r:id="rId18"/>
      <p:italic r:id="rId19"/>
      <p:boldItalic r:id="rId20"/>
    </p:embeddedFont>
    <p:embeddedFont>
      <p:font typeface="Playfair Display" pitchFamily="2" charset="77"/>
      <p:regular r:id="rId21"/>
      <p:bold r:id="rId22"/>
      <p:italic r:id="rId23"/>
      <p:boldItalic r:id="rId24"/>
    </p:embeddedFont>
    <p:embeddedFont>
      <p:font typeface="Playfair Display Black" pitchFamily="2" charset="77"/>
      <p:bold r:id="rId25"/>
    </p:embeddedFont>
    <p:embeddedFont>
      <p:font typeface="Playfair Display Medium" pitchFamily="2" charset="77"/>
      <p:regular r:id="rId26"/>
      <p:italic r:id="rId27"/>
    </p:embeddedFont>
    <p:embeddedFont>
      <p:font typeface="Source Code Pro" panose="020B0509030403020204" pitchFamily="49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7"/>
    <p:restoredTop sz="94610"/>
  </p:normalViewPr>
  <p:slideViewPr>
    <p:cSldViewPr snapToGrid="0" snapToObjects="1">
      <p:cViewPr>
        <p:scale>
          <a:sx n="97" d="100"/>
          <a:sy n="97" d="100"/>
        </p:scale>
        <p:origin x="14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154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alendar.app.google/FDtmuib3PanWJLCM8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calendar.app.google/FDtmuib3PanWJLCM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unny-cerf/mnt/outputs/dxp-deck/assets/bunny-teal-bright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21480000">
            <a:off x="8321040" y="365760"/>
            <a:ext cx="4023360" cy="51215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DIGITAL EXPERIMENTS  ·  </a:t>
            </a:r>
            <a:r>
              <a:rPr lang="en-US" sz="1200" kern="0" spc="400" dirty="0">
                <a:solidFill>
                  <a:schemeClr val="accent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GAME UX STUDIO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Your ship date isn't moving.</a:t>
            </a:r>
            <a:endParaRPr lang="en-US" sz="4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Your UX is the final boss.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FC6D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Senior game UX, embedded in your team in days — not months.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4617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Digital Experiments embeds senior designers inside game studios — the same team that shipped UX on Valorant, World of Warcraft, and Monopoly Go.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600" y="593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better design, better games</a:t>
            </a:r>
            <a:endParaRPr lang="en-US" sz="1600" i="1" dirty="0">
              <a:latin typeface="Playfair Display Black" pitchFamily="2" charset="77"/>
            </a:endParaRPr>
          </a:p>
        </p:txBody>
      </p:sp>
      <p:pic>
        <p:nvPicPr>
          <p:cNvPr id="8" name="Image 1" descr="/sessions/ecstatic-funny-cerf/mnt/outputs/dxp-deck/assets/bunny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1140135" y="5715000"/>
            <a:ext cx="457200" cy="5819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97135" y="5806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DXP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PROBLEM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02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The gap between your ship date and your UX bandwidth is real.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i="1" dirty="0">
                <a:solidFill>
                  <a:schemeClr val="accent4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Your players decide in the first five minutes. Your team is already at capacity.</a:t>
            </a:r>
            <a:endParaRPr lang="en-US" sz="2800" i="1" dirty="0">
              <a:solidFill>
                <a:schemeClr val="accent4"/>
              </a:solidFill>
              <a:latin typeface="Playfair Display Black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Hiring a senior game UX designer takes three to six months — and one bad hire to regret. A freelancer gives you hands.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0" cy="3108960"/>
          </a:xfrm>
          <a:prstGeom prst="line">
            <a:avLst/>
          </a:prstGeom>
          <a:noFill/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286000"/>
            <a:ext cx="4983480" cy="310896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37960" y="2286000"/>
            <a:ext cx="73152" cy="3108960"/>
          </a:xfrm>
          <a:prstGeom prst="rect">
            <a:avLst/>
          </a:prstGeom>
          <a:solidFill>
            <a:srgbClr val="31A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YOU ACTUALLY NEED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92608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senior team that has shipped this exact kind of problem before — and can be inside your workflow before your next standup.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0" y="45720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That is what Digital Experiments does.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WHO WE ARE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03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55046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Irena Pereira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833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FOUNDER &amp; UX LEAD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60520" y="1143000"/>
            <a:ext cx="7360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Led by Irena Pereira. 25+ years.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hand in dozens of shipped titles.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60520" y="224028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game UX studio founded by Irena Pereira — a UX lead with 25+ years of shipped experience across mobile, PC/console, and live-service games.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60520" y="306324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25112" y="3127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Valorant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25112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UX contract engagement — director of a team of 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891272" y="306324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55864" y="3127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World of Warcraft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55864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in-house at Blizzard Entertainment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60520" y="388620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25112" y="3950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Monopoly Go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25112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in-house at Scopely — GTM, art overhaul, UA loop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891272" y="388620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55864" y="3950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Blankos Block Party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55864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Mythical Games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60520" y="470916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25112" y="4773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Game of Thrones: Conquest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25112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game UX / UI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891272" y="4709160"/>
            <a:ext cx="3566160" cy="658368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55864" y="47731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Chief Puzzle Officer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55864" y="5047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battle-screen clarity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160520" y="5806440"/>
            <a:ext cx="7360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Games are the only thing we do — </a:t>
            </a:r>
            <a:b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</a:br>
            <a: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the ones you grew up on, and the ones you're grinding right now.</a:t>
            </a:r>
            <a:endParaRPr lang="en-US" sz="1600" i="1" dirty="0">
              <a:latin typeface="Playfair Display Black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HOW WE WORK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04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 your team within 24 hours.</a:t>
            </a: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 your Figma files within the week.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embed directly inside your studio — attending standups, working in your tools, delivering production-ready Figma files on your sprint cadence. No vendor onboarding tax. No handoff lag.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60120" y="3520440"/>
            <a:ext cx="7680960" cy="0"/>
          </a:xfrm>
          <a:prstGeom prst="line">
            <a:avLst/>
          </a:prstGeom>
          <a:noFill/>
          <a:ln w="19050">
            <a:solidFill>
              <a:srgbClr val="2F2F3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155A62"/>
          </a:solidFill>
          <a:ln w="1905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C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6304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DAY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63040" y="3493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Embedded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" y="40690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your team and tools — standups, channels, sprint board.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80560" y="3200400"/>
            <a:ext cx="640080" cy="640080"/>
          </a:xfrm>
          <a:prstGeom prst="ellipse">
            <a:avLst/>
          </a:prstGeom>
          <a:solidFill>
            <a:srgbClr val="155A62"/>
          </a:solidFill>
          <a:ln w="1905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805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C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0352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 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3493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Shipping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480560" y="40690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Production-ready Figma files delivered on your cadence.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321040" y="3200400"/>
            <a:ext cx="640080" cy="640080"/>
          </a:xfrm>
          <a:prstGeom prst="ellipse">
            <a:avLst/>
          </a:prstGeom>
          <a:solidFill>
            <a:srgbClr val="155A62"/>
          </a:solidFill>
          <a:ln w="1905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21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C00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144000" y="3218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WEEK 2+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144000" y="3493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Compounding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8321040" y="40690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Embedded alongside your team, or scoped project-based — your call.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Tools  </a:t>
            </a:r>
            <a:r>
              <a:rPr lang="en-US" sz="11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Figma · your PM stack · your communication channels         </a:t>
            </a:r>
            <a:r>
              <a:rPr lang="en-US" sz="1000" kern="0" spc="1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Working model  </a:t>
            </a:r>
            <a:r>
              <a:rPr lang="en-US" sz="11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embedded or project-based — your call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SERVICES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05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Four ways to engage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C6D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Execution, strategy, audits, or team capability — the same senior people either way.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5303520" cy="178308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3152" cy="1783080"/>
          </a:xfrm>
          <a:prstGeom prst="rect">
            <a:avLst/>
          </a:prstGeom>
          <a:solidFill>
            <a:srgbClr val="31A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258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Embedded UX &amp; UI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7157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senior hands this sprint. UI design, UX flows, Figma handoff, player-facing interfaces — done while your permanent team keeps shipping.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057400"/>
            <a:ext cx="5303520" cy="178308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0" y="2057400"/>
            <a:ext cx="73152" cy="1783080"/>
          </a:xfrm>
          <a:prstGeom prst="rect">
            <a:avLst/>
          </a:prstGeom>
          <a:solidFill>
            <a:srgbClr val="31A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2240" y="2258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UX Strategy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7157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Clarity before execution: product vision, research, design-system architecture, or a plan for your next title.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096512"/>
            <a:ext cx="5303520" cy="1783080"/>
          </a:xfrm>
          <a:prstGeom prst="rect">
            <a:avLst/>
          </a:prstGeom>
          <a:solidFill>
            <a:srgbClr val="1E1E21"/>
          </a:solidFill>
          <a:ln w="19050">
            <a:solidFill>
              <a:srgbClr val="FCC76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40080" y="4096512"/>
            <a:ext cx="73152" cy="1783080"/>
          </a:xfrm>
          <a:prstGeom prst="rect">
            <a:avLst/>
          </a:prstGeom>
          <a:solidFill>
            <a:srgbClr val="FCC7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4400" y="4297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CC76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UI/UX Audits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440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senior teardown of your existing game or build — onboarding, moment-to-moment play, readability, accessibility — with prioritized recommendations.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550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FCC76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 GOOD PLACE TO START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217920" y="4096512"/>
            <a:ext cx="5303520" cy="178308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17920" y="4096512"/>
            <a:ext cx="73152" cy="1783080"/>
          </a:xfrm>
          <a:prstGeom prst="rect">
            <a:avLst/>
          </a:prstGeom>
          <a:solidFill>
            <a:srgbClr val="31A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92240" y="4297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Team Workshops &amp; Training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49224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level up the team you already have. UX process, player-centered design, research methods — taught by people who have shipped the work.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Need hands this sprint or a UX strategy for your next title? Same team, same week.</a:t>
            </a:r>
            <a:endParaRPr lang="en-US" sz="1600" i="1" dirty="0">
              <a:latin typeface="Playfair Display Black" pitchFamily="2" charset="7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cstatic-funny-cerf/mnt/outputs/dxp-deck/assets/bunny-teal-bright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 rot="21480000">
            <a:off x="4937760" y="640080"/>
            <a:ext cx="2286000" cy="29099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LET'S TALK</a:t>
            </a:r>
            <a:endParaRPr lang="en-US" sz="1100" dirty="0"/>
          </a:p>
        </p:txBody>
      </p:sp>
      <p:pic>
        <p:nvPicPr>
          <p:cNvPr id="4" name="Image 1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06 / 14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371600" y="221284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Let's talk about your ship date.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371600" y="2788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4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30 minutes. No deck on our end — just your situation.</a:t>
            </a:r>
            <a:endParaRPr lang="en-US" sz="2000" i="1" dirty="0">
              <a:solidFill>
                <a:schemeClr val="accent4"/>
              </a:solidFill>
              <a:latin typeface="Playfair Display Black" pitchFamily="2" charset="77"/>
            </a:endParaRPr>
          </a:p>
        </p:txBody>
      </p:sp>
      <p:sp>
        <p:nvSpPr>
          <p:cNvPr id="9" name="Text 5"/>
          <p:cNvSpPr/>
          <p:nvPr/>
        </p:nvSpPr>
        <p:spPr>
          <a:xfrm>
            <a:off x="2286000" y="3429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anything in the first five slides sounds like your current quarter, </a:t>
            </a:r>
            <a:br>
              <a:rPr lang="en-US" sz="14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</a:br>
            <a:r>
              <a:rPr lang="en-US" sz="140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book time directly on Irena's calendar.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014216" y="4251960"/>
            <a:ext cx="4160520" cy="640080"/>
          </a:xfrm>
          <a:prstGeom prst="rect">
            <a:avLst/>
          </a:prstGeom>
          <a:solidFill>
            <a:srgbClr val="155A62"/>
          </a:solidFill>
          <a:ln w="1270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hlinkClick r:id="rId5"/>
          </p:cNvPr>
          <p:cNvSpPr/>
          <p:nvPr/>
        </p:nvSpPr>
        <p:spPr>
          <a:xfrm>
            <a:off x="4014216" y="42519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200" dirty="0">
                <a:solidFill>
                  <a:srgbClr val="FFCC00"/>
                </a:solidFill>
                <a:latin typeface="Playfair Display Medium" pitchFamily="2" charset="77"/>
                <a:ea typeface="Source Code Pro" pitchFamily="34" charset="-122"/>
                <a:cs typeface="Source Code Pr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 A CALL  →</a:t>
            </a:r>
            <a:endParaRPr lang="en-US" sz="2000" dirty="0">
              <a:latin typeface="Playfair Display Medium" pitchFamily="2" charset="77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286000" y="51206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474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case studies and capabilities follow — but this is a good moment to reach out.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CASE STUDY · MYTHICAL GAMES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07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Embedded execution under crunch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6995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In their team within 24 hours of first contact.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Mythical Games had features due on Blankos Block Party — and no UX bandwidth to execute them at the quality the game demanded.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337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Embedded within 24 hours of first contact, delivered working Figma files within days, and redesigned the skills system — full UX and UI — inside their existing sprint structure without disrupting the team's cadence.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572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C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94560" y="45720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Skills feature redesigned end-to-end and delivered into their live sprint workflow.</a:t>
            </a:r>
            <a:endParaRPr lang="en-US" sz="1250" dirty="0"/>
          </a:p>
        </p:txBody>
      </p:sp>
      <p:pic>
        <p:nvPicPr>
          <p:cNvPr id="14" name="Image 1" descr="/sessions/ecstatic-funny-cerf/mnt/outputs/dxp-deck/img/blanko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820" y="1234440"/>
            <a:ext cx="3495040" cy="19659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830820" y="3200400"/>
            <a:ext cx="3495040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958836" y="3200400"/>
            <a:ext cx="325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BLANKOS BLOCK PARTY — SKILLS SYSTEM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830820" y="1234440"/>
            <a:ext cx="3495040" cy="23317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74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635240" y="3749040"/>
            <a:ext cx="3886200" cy="1783080"/>
          </a:xfrm>
          <a:prstGeom prst="rect">
            <a:avLst/>
          </a:prstGeom>
          <a:solidFill>
            <a:srgbClr val="1E1E21"/>
          </a:solidFill>
          <a:ln w="12700">
            <a:solidFill>
              <a:srgbClr val="31AAB7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863840" y="3886200"/>
            <a:ext cx="342900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i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“From start to finish, the Digital Experiments team was impeccable.”
</a:t>
            </a:r>
            <a:r>
              <a:rPr lang="en-US" sz="95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— Andrew Petrie, Mythical Games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CASE STUDY · EPIC SPELL WARS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08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Combat prototype, lean budget, short timeline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Constraints didn't change what players needed to understand.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468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team came in with a short timeline, a lean budget, and art that deserved better UX than the time would normally allow.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4747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474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Concepted the combat prototype and shipped the deck-builder UI — UX and UI execution together, scoped to what the timeline and budget could bear without cutting what players actually needed to play.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C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9456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game never made it to market — but the prototype proved the gameplay, which is exactly what a prototype is for.</a:t>
            </a:r>
            <a:endParaRPr lang="en-US" sz="1250" dirty="0"/>
          </a:p>
        </p:txBody>
      </p:sp>
      <p:pic>
        <p:nvPicPr>
          <p:cNvPr id="14" name="Image 1" descr="/sessions/ecstatic-funny-cerf/mnt/outputs/dxp-deck/img/es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234440"/>
            <a:ext cx="3794760" cy="213455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726680" y="3368993"/>
            <a:ext cx="3794760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854696" y="3368993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EPIC SPELL WARS — COMBAT / DECK-BUILDER UI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726680" y="1234440"/>
            <a:ext cx="3794760" cy="2500313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74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726680" y="4114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Constraints respected. No apology language.</a:t>
            </a:r>
            <a:endParaRPr lang="en-US" sz="1400" i="1" dirty="0">
              <a:latin typeface="Playfair Display Black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" descr="/sessions/ecstatic-funny-cerf/mnt/outputs/dxp-deck/img/monopoly.png"/>
          <p:cNvPicPr>
            <a:picLocks noChangeAspect="1"/>
          </p:cNvPicPr>
          <p:nvPr/>
        </p:nvPicPr>
        <p:blipFill>
          <a:blip r:embed="rId3">
            <a:alphaModFix amt="24000"/>
          </a:blip>
          <a:stretch>
            <a:fillRect/>
          </a:stretch>
        </p:blipFill>
        <p:spPr>
          <a:xfrm>
            <a:off x="55800" y="42739"/>
            <a:ext cx="12136200" cy="44701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FOUNDER CREDIT · MONOPOLY GO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09 / 14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40080" y="841248"/>
            <a:ext cx="5212080" cy="384048"/>
          </a:xfrm>
          <a:prstGeom prst="rect">
            <a:avLst/>
          </a:prstGeom>
          <a:solidFill>
            <a:srgbClr val="16242A"/>
          </a:solidFill>
          <a:ln w="1270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8412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FC6D1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FOUNDER CREDIT — IRENA, IN-HOUSE AT SCOPELY (PRE-DXP)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From a misaligned team to an organic growth loop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94560" y="2468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Monopoly Go carried a brand players recognized, but the team behind it was struggling to align and communicate — and the product showed it.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IRENA DID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94560" y="3383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Led a GTM clarification built on an aligned player-persona strategy, then a full art overhaul — coordinated moment-to-moment with music, audio, animation, and VFX — so every beat of play landed as one experience.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45720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C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94560" y="457200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Gameplay changes that prioritized an organic UA loop through social design — the game grows because players bring their friends, not the UA budget. Validated week over week with playtests and post-play surveys.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66760" y="3950894"/>
            <a:ext cx="3154680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494776" y="395089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MONOPOLY GO — BOARD / TURN MAP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366760" y="4709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Aligned player-persona strategy, end to end.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40080" y="5897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Before/after art-overhaul samples available in a live meeting.</a:t>
            </a:r>
            <a:endParaRPr lang="en-US" sz="1600" i="1" dirty="0">
              <a:latin typeface="Playfair Display Black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CASE STUDY · WORLD OF WARCRAFT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10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Blizzard-scale UI complexity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new crafting interface for millions — without adding cognitive load to an already deep game.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651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WoW's inscription system needed a new interface that matched the game's visual language — a crafting loop players would use repeatedly — without adding confusion to a game that already asks a great deal.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8404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a rudimentary design document to a fully functional inscription interface. We began with a summoning-circle motif and expanded it with glyphs, slots, and glowing geometry — new customization without breaking familiarity.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5074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C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9456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Shipped to the live game.</a:t>
            </a:r>
            <a:endParaRPr lang="en-US" sz="1250" dirty="0"/>
          </a:p>
        </p:txBody>
      </p:sp>
      <p:pic>
        <p:nvPicPr>
          <p:cNvPr id="14" name="Image 1" descr="/sessions/ecstatic-funny-cerf/mnt/outputs/dxp-deck/img/w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234440"/>
            <a:ext cx="3886200" cy="29146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635240" y="4149090"/>
            <a:ext cx="3886200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63256" y="414909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INSCRIPTION INTERFACE — WORLD OF WARCRAFT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635240" y="1234440"/>
            <a:ext cx="3886200" cy="328041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74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CASE STUDY · CHIEF PUZZLE OFFICER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11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Battle screen clarity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 dense real-time battle screen, made legible without losing the fun.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256032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2A2A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94560" y="25603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Chief Puzzle Officer — corporate espionage with anime wackiness, a real-time card-builder with multiplayer — needed a battle screen that communicated state without interrupting play.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Brought AAA know-how to an indie mobile title: information hierarchy, state communication, and visual clarity within the game's art direction.</a:t>
            </a:r>
            <a:endParaRPr lang="en-US" sz="1250" dirty="0"/>
          </a:p>
        </p:txBody>
      </p:sp>
      <p:pic>
        <p:nvPicPr>
          <p:cNvPr id="12" name="Image 1" descr="/sessions/ecstatic-funny-cerf/mnt/outputs/dxp-deck/img/cp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385" y="1234440"/>
            <a:ext cx="2389909" cy="3154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83385" y="4389120"/>
            <a:ext cx="2389909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511401" y="4389120"/>
            <a:ext cx="21521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CHIEF PUZZLE OFFICER — BATTLE SCREEN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383385" y="1234440"/>
            <a:ext cx="2389909" cy="35204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74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635240" y="4892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CC76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AAA clarity, indie budget.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TEAM PEDIGREE · PROJECT COPERNICUS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12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Some of the best UX work ships on games the public never played.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LARGE-SCALE WORLD-NAVIGATION UX, FROM A CANCELLED MMO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DXP team designed the fast-travel map system for Project Copernicus, the 38 Studios MMO that never shipped. Every open-world MMO needs fast travel; ours made the time investment legible and gave players logical breaks.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We include it because the quality of the work doesn't depend on whether the game shipped. It reflects the caliber of problems this team has solved.</a:t>
            </a:r>
            <a:endParaRPr lang="en-US" sz="1450" dirty="0"/>
          </a:p>
        </p:txBody>
      </p:sp>
      <p:pic>
        <p:nvPicPr>
          <p:cNvPr id="10" name="Image 1" descr="/sessions/ecstatic-funny-cerf/mnt/outputs/dxp-deck/img/copernicu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820" y="1005840"/>
            <a:ext cx="3794760" cy="3794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03820" y="4800600"/>
            <a:ext cx="3794760" cy="365760"/>
          </a:xfrm>
          <a:prstGeom prst="rect">
            <a:avLst/>
          </a:prstGeom>
          <a:solidFill>
            <a:srgbClr val="0D0D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31836" y="4800600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F4F4F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PROJECT COPERNICUS — FAST-TRAVEL MAP (38 STUDIOS)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703820" y="1005840"/>
            <a:ext cx="3794760" cy="41605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74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STRATEGIC CAPABILITIES</a:t>
            </a:r>
            <a:endParaRPr lang="en-US" sz="1100" dirty="0"/>
          </a:p>
        </p:txBody>
      </p:sp>
      <p:pic>
        <p:nvPicPr>
          <p:cNvPr id="3" name="Image 0" descr="/sessions/ecstatic-funny-cerf/mnt/outputs/dxp-deck/assets/bunny-teal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21480000">
            <a:off x="11323015" y="6016752"/>
            <a:ext cx="384048" cy="4888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2895" y="6144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2A2A8"/>
                </a:solidFill>
                <a:latin typeface="Playfair Display Medium" pitchFamily="34" charset="0"/>
                <a:ea typeface="Playfair Display Medium" pitchFamily="34" charset="-122"/>
                <a:cs typeface="Playfair Display Medium" pitchFamily="34" charset="-120"/>
              </a:rPr>
              <a:t>DXP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47474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13 / 14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When you need more than hands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C6D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UX strategy and team training — from the same people who execute.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5303520" cy="310896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73152" cy="3108960"/>
          </a:xfrm>
          <a:prstGeom prst="rect">
            <a:avLst/>
          </a:prstGeom>
          <a:solidFill>
            <a:srgbClr val="31A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C6D1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UX Strategy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30175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Product-vision alignment, UX research, design-system planning, UX audits. The output is not a framework — it is a decision your team can act on by next sprint. Clear system architecture is what makes a 24-hour embed possible.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148840"/>
            <a:ext cx="5303520" cy="3108960"/>
          </a:xfrm>
          <a:prstGeom prst="rect">
            <a:avLst/>
          </a:prstGeom>
          <a:solidFill>
            <a:srgbClr val="1E1E21"/>
          </a:solidFill>
          <a:ln w="12700">
            <a:solidFill>
              <a:srgbClr val="2F2F33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73152" cy="3108960"/>
          </a:xfrm>
          <a:prstGeom prst="rect">
            <a:avLst/>
          </a:prstGeom>
          <a:solidFill>
            <a:srgbClr val="FCC76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3796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C762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Team Workshops &amp; Training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37960" y="301752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Working sessions that change how your team designs — hands-on process work tied to a real problem on your current project, not lecture-style training. Player-centered research, design-critique structure, and UX process for studios without a dedicated UX team.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roject Copernicus 38 Studios">
            <a:extLst>
              <a:ext uri="{FF2B5EF4-FFF2-40B4-BE49-F238E27FC236}">
                <a16:creationId xmlns:a16="http://schemas.microsoft.com/office/drawing/2014/main" id="{DBE7E495-4619-14CE-4617-E217EBDAF1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59" y="0"/>
            <a:ext cx="12132276" cy="68244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DIGITAL EXPERIMENTS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Let's talk about your next title —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or your current crunch.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4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Your ship date is not moving. Let's make sure your UX is ready for it.</a:t>
            </a:r>
            <a:endParaRPr lang="en-US" sz="1800" i="1" dirty="0">
              <a:solidFill>
                <a:schemeClr val="accent4"/>
              </a:solidFill>
              <a:latin typeface="Playfair Display Black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A2A2A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embed senior game UX designers in your team within days. We've shipped UX on Valorant, World of Warcraft, and Monopoly Go — and we know what crunch looks like from the inside.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4663440"/>
            <a:ext cx="3108960" cy="566928"/>
          </a:xfrm>
          <a:prstGeom prst="rect">
            <a:avLst/>
          </a:prstGeom>
          <a:solidFill>
            <a:srgbClr val="155A62"/>
          </a:solidFill>
          <a:ln w="12700">
            <a:solidFill>
              <a:srgbClr val="31A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640080" y="4663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FCC00"/>
                </a:solidFill>
                <a:latin typeface="Playfair Display Medium" pitchFamily="2" charset="77"/>
                <a:ea typeface="Source Code Pro" pitchFamily="34" charset="-122"/>
                <a:cs typeface="Source Code Pr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 A CALL  →</a:t>
            </a:r>
            <a:endParaRPr lang="en-US" sz="1300" dirty="0">
              <a:latin typeface="Playfair Display Medium" pitchFamily="2" charset="77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1AAB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EMAIL   </a:t>
            </a:r>
            <a:r>
              <a:rPr lang="en-US" sz="1300" dirty="0">
                <a:solidFill>
                  <a:srgbClr val="F4F4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sayhi@digitalexperiments.com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CC762"/>
                </a:solidFill>
                <a:latin typeface="Playfair Display Black" pitchFamily="2" charset="77"/>
                <a:ea typeface="Playfair Display Black" pitchFamily="34" charset="-122"/>
                <a:cs typeface="Playfair Display Black" pitchFamily="34" charset="-120"/>
              </a:rPr>
              <a:t>better design, better games</a:t>
            </a:r>
            <a:endParaRPr lang="en-US" sz="3200" i="1" dirty="0">
              <a:latin typeface="Playfair Display Black" pitchFamily="2" charset="77"/>
            </a:endParaRPr>
          </a:p>
        </p:txBody>
      </p:sp>
      <p:pic>
        <p:nvPicPr>
          <p:cNvPr id="11" name="Image 1" descr="/sessions/ecstatic-funny-cerf/mnt/outputs/dxp-deck/assets/bunny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11140135" y="5715000"/>
            <a:ext cx="457200" cy="5819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997135" y="5806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4F4F6"/>
                </a:solidFill>
                <a:latin typeface="Playfair Display Black" pitchFamily="34" charset="0"/>
                <a:ea typeface="Playfair Display Black" pitchFamily="34" charset="-122"/>
                <a:cs typeface="Playfair Display Black" pitchFamily="34" charset="-120"/>
              </a:rPr>
              <a:t>DXP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1593</Words>
  <Application>Microsoft Macintosh PowerPoint</Application>
  <PresentationFormat>Widescreen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Playfair Display Medium</vt:lpstr>
      <vt:lpstr>Source Code Pro</vt:lpstr>
      <vt:lpstr>Arial</vt:lpstr>
      <vt:lpstr>Lato</vt:lpstr>
      <vt:lpstr>Playfair Display</vt:lpstr>
      <vt:lpstr>Playfair Display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Digital Experiments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DXP — Send-Away Capabilities Deck</dc:title>
  <dc:subject>PptxGenJS Presentation</dc:subject>
  <dc:creator>Digital Experiments</dc:creator>
  <cp:lastModifiedBy>Irena Pereira</cp:lastModifiedBy>
  <cp:revision>4</cp:revision>
  <dcterms:created xsi:type="dcterms:W3CDTF">2026-06-15T22:21:52Z</dcterms:created>
  <dcterms:modified xsi:type="dcterms:W3CDTF">2026-06-15T22:38:58Z</dcterms:modified>
</cp:coreProperties>
</file>